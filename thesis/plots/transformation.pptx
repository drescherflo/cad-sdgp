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88"/>
    <p:restoredTop sz="94653"/>
  </p:normalViewPr>
  <p:slideViewPr>
    <p:cSldViewPr snapToGrid="0">
      <p:cViewPr varScale="1">
        <p:scale>
          <a:sx n="169" d="100"/>
          <a:sy n="169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1B824C-7FA9-4EAC-3B2A-089233A8A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1158BFB-B167-EB71-DE53-6E073C452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5756EB-9283-14BE-7B9F-25F1EE200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17.04.24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6775B0-0B98-A08E-4755-76987D435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10C573-6F77-65CE-7597-4EAEBFA6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366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7E6ECF-D3CA-B863-5081-D9481825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E16DAC-A099-737B-A651-12EF1E2D5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1AD3B9-FCF2-C44B-25C0-432EE569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17.04.24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4C1D7B-A9CE-9C6E-91A4-B25FBAE82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30AD40-EF48-4295-5F7E-1B67F342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78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705CBA-BEE1-7AD8-570B-44B3E525B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D8972F-E95B-ACB2-88A5-72DB44F90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81049F-8018-BA21-CBCF-CBEF28722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17.04.24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B72553-BA45-2DC2-5EB5-82CA97B1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D34FE1-8814-DF7B-D231-FA75C2464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463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47FD14-E2B2-D1B4-421A-62BA3E8B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DF143C-5E78-FB12-0AAC-6AEB7C6F2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0F58D1F-F822-4B3B-8DA5-4E7E4AE3C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725A58-75CC-D54D-A1A1-D3B19207C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17.04.24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0BE3C72-1180-5C43-1991-9DAF813C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4E66B9-68B7-2DF4-13DD-98014452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76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ACA66E-EC3B-72A8-6536-1DDA7CB5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CB8451-E5CB-E507-48B3-7B7D1A709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BBEC274-457C-1C59-DD2D-925B3A85D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C14B0AF-93BD-2138-5D11-1C4AA719C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D1A67E1-31DE-7061-B515-FE403EB35F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2775572-F734-BE1A-97CE-1FB84FBD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17.04.24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514A2D8-05B7-736A-4D2D-D08A9FE4B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562F07E-F5A5-203D-192C-4C5CEBF2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6924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4CAFE-5F8D-AEFA-CB56-6909266F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2F9044C-BFAD-7F0B-0888-68ED4564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17.04.24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CFC527-83BE-2410-DF00-E3009F375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3E0DC2C-97FD-1349-DBB5-2A01356EC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5204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6DA4E0A-F1B3-D8D0-0BB8-6BE73E67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17.04.24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6036EE4-7081-1E1B-EF0F-CAD5524C4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5A1477-8B2E-9B58-F9E7-B5A80357C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3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B31470-5DDE-5BB8-B211-2F0E334A6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F1D5F7-9EC7-4182-848D-F7C15A97A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0D1AC01-1D73-9D5F-D770-FCEC06A89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E91A2E-FF44-8D86-C4B5-C64FDFB88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17.04.24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0136ED-60C9-44AC-206C-A131CAAA5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30FFAC-9659-84F7-0003-917D09E3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6557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145539-052D-72D6-1B39-F535F390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82CD08-B285-BDEB-62F5-3F72716DD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2C11DD5-34E6-08B4-42D9-3AF0CF95F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5B1272-56A4-CA78-F782-FC61A38F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17.04.24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73F5AC-8577-9A06-4CEF-DBCC4D73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286005-D6D9-41C5-E5E7-465495AA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107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8874CE-FD73-DE14-59B7-00C3342B3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D9207E1-12DB-F390-1F31-B45D1F281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1E79EC-98EC-07AF-1DB6-2A49BC41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17.04.24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E656BD-DC70-A196-8078-2CFA7FD3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2FE6C1-32F8-F32C-5BCD-9BF1D915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788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4CAB1-9A0E-CBB5-F09B-0B6445FF5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9AC4F46-DFEB-B935-42EE-41A0C304F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4405B5-5BA6-EF67-9023-34267861D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D89B-229C-5345-8340-17EE0F917903}" type="datetimeFigureOut">
              <a:rPr lang="de-DE" smtClean="0"/>
              <a:t>17.04.24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F5305B-B1DC-3982-0E32-D511313C3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5A37AA-5673-438C-E8A5-82C3FA69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9860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919F0B-4672-6A26-1346-2343C398F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367DAD-6FCE-2D0C-3DDB-BE622C5FD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460BC2-1DE0-872D-B2FC-F2281C673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68D89B-229C-5345-8340-17EE0F917903}" type="datetimeFigureOut">
              <a:rPr lang="de-DE" smtClean="0"/>
              <a:t>17.04.24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E970A4-6625-23A0-2DBC-AEE8FB29D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D9137E-8915-9020-D9D9-FB0DA11A9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271F3-1592-4E46-8EF8-3BB3C46E85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987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7B07D591-EE20-4D4F-427D-95408FAB1CC1}"/>
              </a:ext>
            </a:extLst>
          </p:cNvPr>
          <p:cNvCxnSpPr/>
          <p:nvPr/>
        </p:nvCxnSpPr>
        <p:spPr>
          <a:xfrm flipV="1">
            <a:off x="3791107" y="2529000"/>
            <a:ext cx="0" cy="180000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512481D-E7E6-60B5-34BA-48F1E34BD048}"/>
              </a:ext>
            </a:extLst>
          </p:cNvPr>
          <p:cNvCxnSpPr>
            <a:cxnSpLocks/>
          </p:cNvCxnSpPr>
          <p:nvPr/>
        </p:nvCxnSpPr>
        <p:spPr>
          <a:xfrm rot="13500000" flipV="1">
            <a:off x="3341810" y="4142896"/>
            <a:ext cx="0" cy="127080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2B2C7FE-6321-63B4-8A26-9B34B8B1BFAA}"/>
                  </a:ext>
                </a:extLst>
              </p:cNvPr>
              <p:cNvSpPr txBox="1"/>
              <p:nvPr/>
            </p:nvSpPr>
            <p:spPr>
              <a:xfrm>
                <a:off x="5500033" y="4129794"/>
                <a:ext cx="364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2B2C7FE-6321-63B4-8A26-9B34B8B1B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0033" y="4129794"/>
                <a:ext cx="364972" cy="369332"/>
              </a:xfrm>
              <a:prstGeom prst="rect">
                <a:avLst/>
              </a:prstGeom>
              <a:blipFill>
                <a:blip r:embed="rId2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77A6C6B-EA07-6D68-6ACA-A19DFB18B436}"/>
                  </a:ext>
                </a:extLst>
              </p:cNvPr>
              <p:cNvSpPr txBox="1"/>
              <p:nvPr/>
            </p:nvSpPr>
            <p:spPr>
              <a:xfrm>
                <a:off x="3617436" y="2237461"/>
                <a:ext cx="3473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77A6C6B-EA07-6D68-6ACA-A19DFB18B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436" y="2237461"/>
                <a:ext cx="34733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E8B1248-B17E-D748-1DDF-936BBF59D39B}"/>
                  </a:ext>
                </a:extLst>
              </p:cNvPr>
              <p:cNvSpPr txBox="1"/>
              <p:nvPr/>
            </p:nvSpPr>
            <p:spPr>
              <a:xfrm>
                <a:off x="2711726" y="5120718"/>
                <a:ext cx="361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AE8B1248-B17E-D748-1DDF-936BBF59D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726" y="5120718"/>
                <a:ext cx="36157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3BC83984-83A6-7157-0C7E-86F3873EAED5}"/>
                  </a:ext>
                </a:extLst>
              </p:cNvPr>
              <p:cNvSpPr txBox="1"/>
              <p:nvPr/>
            </p:nvSpPr>
            <p:spPr>
              <a:xfrm>
                <a:off x="3467254" y="4066542"/>
                <a:ext cx="3792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3BC83984-83A6-7157-0C7E-86F3873EA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254" y="4066542"/>
                <a:ext cx="37927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165D2F2-B928-39FE-1E73-A2BCB8843EC6}"/>
              </a:ext>
            </a:extLst>
          </p:cNvPr>
          <p:cNvCxnSpPr>
            <a:cxnSpLocks/>
          </p:cNvCxnSpPr>
          <p:nvPr/>
        </p:nvCxnSpPr>
        <p:spPr>
          <a:xfrm rot="16200000" flipV="1">
            <a:off x="8248399" y="2529000"/>
            <a:ext cx="0" cy="1800000"/>
          </a:xfrm>
          <a:prstGeom prst="straightConnector1">
            <a:avLst/>
          </a:prstGeom>
          <a:ln w="44450">
            <a:solidFill>
              <a:srgbClr val="0070C0"/>
            </a:solidFill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FDEBDDB-BE5E-7080-4DD0-460F2A1EA159}"/>
              </a:ext>
            </a:extLst>
          </p:cNvPr>
          <p:cNvCxnSpPr>
            <a:cxnSpLocks/>
          </p:cNvCxnSpPr>
          <p:nvPr/>
        </p:nvCxnSpPr>
        <p:spPr>
          <a:xfrm flipV="1">
            <a:off x="9145693" y="1629000"/>
            <a:ext cx="0" cy="1800000"/>
          </a:xfrm>
          <a:prstGeom prst="straightConnector1">
            <a:avLst/>
          </a:prstGeom>
          <a:ln w="44450">
            <a:solidFill>
              <a:srgbClr val="0070C0"/>
            </a:solidFill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FE36D39A-984E-B67C-EB08-E0B8CE30A8A0}"/>
              </a:ext>
            </a:extLst>
          </p:cNvPr>
          <p:cNvCxnSpPr>
            <a:cxnSpLocks/>
          </p:cNvCxnSpPr>
          <p:nvPr/>
        </p:nvCxnSpPr>
        <p:spPr>
          <a:xfrm rot="13500000" flipV="1">
            <a:off x="8697751" y="3227784"/>
            <a:ext cx="0" cy="1270800"/>
          </a:xfrm>
          <a:prstGeom prst="straightConnector1">
            <a:avLst/>
          </a:prstGeom>
          <a:ln w="44450">
            <a:solidFill>
              <a:srgbClr val="0070C0"/>
            </a:solidFill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9E2FEF50-0246-D534-F1AF-C57F13A3AC6A}"/>
              </a:ext>
            </a:extLst>
          </p:cNvPr>
          <p:cNvCxnSpPr>
            <a:cxnSpLocks/>
          </p:cNvCxnSpPr>
          <p:nvPr/>
        </p:nvCxnSpPr>
        <p:spPr>
          <a:xfrm rot="5400000" flipV="1">
            <a:off x="4691107" y="3429000"/>
            <a:ext cx="0" cy="180000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719F8D44-53E4-1BD0-89F6-BC58095ED29C}"/>
                  </a:ext>
                </a:extLst>
              </p:cNvPr>
              <p:cNvSpPr txBox="1"/>
              <p:nvPr/>
            </p:nvSpPr>
            <p:spPr>
              <a:xfrm>
                <a:off x="8963207" y="1328430"/>
                <a:ext cx="364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719F8D44-53E4-1BD0-89F6-BC58095ED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3207" y="1328430"/>
                <a:ext cx="364972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FDA83987-D373-5244-F889-FA332F34EB18}"/>
                  </a:ext>
                </a:extLst>
              </p:cNvPr>
              <p:cNvSpPr txBox="1"/>
              <p:nvPr/>
            </p:nvSpPr>
            <p:spPr>
              <a:xfrm>
                <a:off x="7112531" y="3239470"/>
                <a:ext cx="3473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de-DE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FDA83987-D373-5244-F889-FA332F34E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531" y="3239470"/>
                <a:ext cx="34733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F236201-9374-9AFF-4ACD-3ED461F46BFC}"/>
                  </a:ext>
                </a:extLst>
              </p:cNvPr>
              <p:cNvSpPr txBox="1"/>
              <p:nvPr/>
            </p:nvSpPr>
            <p:spPr>
              <a:xfrm>
                <a:off x="8066316" y="4200222"/>
                <a:ext cx="361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2F236201-9374-9AFF-4ACD-3ED461F46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316" y="4200222"/>
                <a:ext cx="36157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915A11DB-8EA4-583F-C14E-76B01749D597}"/>
                  </a:ext>
                </a:extLst>
              </p:cNvPr>
              <p:cNvSpPr txBox="1"/>
              <p:nvPr/>
            </p:nvSpPr>
            <p:spPr>
              <a:xfrm>
                <a:off x="8808742" y="3059668"/>
                <a:ext cx="3896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de-DE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915A11DB-8EA4-583F-C14E-76B01749D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742" y="3059668"/>
                <a:ext cx="38965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Gerade Verbindung mit Pfeil 1">
            <a:extLst>
              <a:ext uri="{FF2B5EF4-FFF2-40B4-BE49-F238E27FC236}">
                <a16:creationId xmlns:a16="http://schemas.microsoft.com/office/drawing/2014/main" id="{07275264-5625-CDD0-9A19-43B2C413A199}"/>
              </a:ext>
            </a:extLst>
          </p:cNvPr>
          <p:cNvCxnSpPr>
            <a:cxnSpLocks/>
          </p:cNvCxnSpPr>
          <p:nvPr/>
        </p:nvCxnSpPr>
        <p:spPr>
          <a:xfrm flipV="1">
            <a:off x="3846526" y="3436554"/>
            <a:ext cx="5299167" cy="855808"/>
          </a:xfrm>
          <a:prstGeom prst="straightConnector1">
            <a:avLst/>
          </a:prstGeom>
          <a:ln w="44450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E3813809-8A13-AF38-5120-A043031C4958}"/>
                  </a:ext>
                </a:extLst>
              </p:cNvPr>
              <p:cNvSpPr txBox="1"/>
              <p:nvPr/>
            </p:nvSpPr>
            <p:spPr>
              <a:xfrm>
                <a:off x="5868053" y="3578698"/>
                <a:ext cx="455894" cy="374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E3813809-8A13-AF38-5120-A043031C4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053" y="3578698"/>
                <a:ext cx="455894" cy="3747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822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Macintosh PowerPoint</Application>
  <PresentationFormat>Breitbild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 Drescher</dc:creator>
  <cp:lastModifiedBy>Florian Drescher</cp:lastModifiedBy>
  <cp:revision>6</cp:revision>
  <dcterms:created xsi:type="dcterms:W3CDTF">2024-04-17T10:32:23Z</dcterms:created>
  <dcterms:modified xsi:type="dcterms:W3CDTF">2024-04-17T13:03:18Z</dcterms:modified>
</cp:coreProperties>
</file>