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98"/>
    <p:restoredTop sz="94653"/>
  </p:normalViewPr>
  <p:slideViewPr>
    <p:cSldViewPr snapToGrid="0">
      <p:cViewPr varScale="1">
        <p:scale>
          <a:sx n="147" d="100"/>
          <a:sy n="147" d="100"/>
        </p:scale>
        <p:origin x="23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1B824C-7FA9-4EAC-3B2A-089233A8A9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1158BFB-B167-EB71-DE53-6E073C4523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5756EB-9283-14BE-7B9F-25F1EE200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D89B-229C-5345-8340-17EE0F917903}" type="datetimeFigureOut">
              <a:rPr lang="de-DE" smtClean="0"/>
              <a:t>19.04.24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6775B0-0B98-A08E-4755-76987D435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10C573-6F77-65CE-7597-4EAEBFA6C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366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7E6ECF-D3CA-B863-5081-D94818256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E16DAC-A099-737B-A651-12EF1E2D5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1AD3B9-FCF2-C44B-25C0-432EE569E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D89B-229C-5345-8340-17EE0F917903}" type="datetimeFigureOut">
              <a:rPr lang="de-DE" smtClean="0"/>
              <a:t>19.04.24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4C1D7B-A9CE-9C6E-91A4-B25FBAE82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30AD40-EF48-4295-5F7E-1B67F3426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78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705CBA-BEE1-7AD8-570B-44B3E525B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D8972F-E95B-ACB2-88A5-72DB44F90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81049F-8018-BA21-CBCF-CBEF28722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D89B-229C-5345-8340-17EE0F917903}" type="datetimeFigureOut">
              <a:rPr lang="de-DE" smtClean="0"/>
              <a:t>19.04.24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B72553-BA45-2DC2-5EB5-82CA97B18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D34FE1-8814-DF7B-D231-FA75C2464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4631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47FD14-E2B2-D1B4-421A-62BA3E8BD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DF143C-5E78-FB12-0AAC-6AEB7C6F21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0F58D1F-F822-4B3B-8DA5-4E7E4AE3C8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C725A58-75CC-D54D-A1A1-D3B19207C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D89B-229C-5345-8340-17EE0F917903}" type="datetimeFigureOut">
              <a:rPr lang="de-DE" smtClean="0"/>
              <a:t>19.04.24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0BE3C72-1180-5C43-1991-9DAF813C0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D4E66B9-68B7-2DF4-13DD-980144520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576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ACA66E-EC3B-72A8-6536-1DDA7CB59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4CB8451-E5CB-E507-48B3-7B7D1A709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BBEC274-457C-1C59-DD2D-925B3A85D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C14B0AF-93BD-2138-5D11-1C4AA719C3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D1A67E1-31DE-7061-B515-FE403EB35F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2775572-F734-BE1A-97CE-1FB84FBD3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D89B-229C-5345-8340-17EE0F917903}" type="datetimeFigureOut">
              <a:rPr lang="de-DE" smtClean="0"/>
              <a:t>19.04.24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514A2D8-05B7-736A-4D2D-D08A9FE4B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562F07E-F5A5-203D-192C-4C5CEBF29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6924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74CAFE-5F8D-AEFA-CB56-6909266FC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2F9044C-BFAD-7F0B-0888-68ED4564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D89B-229C-5345-8340-17EE0F917903}" type="datetimeFigureOut">
              <a:rPr lang="de-DE" smtClean="0"/>
              <a:t>19.04.24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6CFC527-83BE-2410-DF00-E3009F375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3E0DC2C-97FD-1349-DBB5-2A01356EC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5204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6DA4E0A-F1B3-D8D0-0BB8-6BE73E679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D89B-229C-5345-8340-17EE0F917903}" type="datetimeFigureOut">
              <a:rPr lang="de-DE" smtClean="0"/>
              <a:t>19.04.24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6036EE4-7081-1E1B-EF0F-CAD5524C4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C5A1477-8B2E-9B58-F9E7-B5A80357C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632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B31470-5DDE-5BB8-B211-2F0E334A6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F1D5F7-9EC7-4182-848D-F7C15A97A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0D1AC01-1D73-9D5F-D770-FCEC06A89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6E91A2E-FF44-8D86-C4B5-C64FDFB88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D89B-229C-5345-8340-17EE0F917903}" type="datetimeFigureOut">
              <a:rPr lang="de-DE" smtClean="0"/>
              <a:t>19.04.24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50136ED-60C9-44AC-206C-A131CAAA5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D30FFAC-9659-84F7-0003-917D09E3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6557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145539-052D-72D6-1B39-F535F390F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82CD08-B285-BDEB-62F5-3F72716DD2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2C11DD5-34E6-08B4-42D9-3AF0CF95F3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35B1272-56A4-CA78-F782-FC61A38FC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D89B-229C-5345-8340-17EE0F917903}" type="datetimeFigureOut">
              <a:rPr lang="de-DE" smtClean="0"/>
              <a:t>19.04.24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73F5AC-8577-9A06-4CEF-DBCC4D733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3286005-D6D9-41C5-E5E7-465495AAB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1070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8874CE-FD73-DE14-59B7-00C3342B3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D9207E1-12DB-F390-1F31-B45D1F281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11E79EC-98EC-07AF-1DB6-2A49BC41D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D89B-229C-5345-8340-17EE0F917903}" type="datetimeFigureOut">
              <a:rPr lang="de-DE" smtClean="0"/>
              <a:t>19.04.24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E656BD-DC70-A196-8078-2CFA7FD3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C2FE6C1-32F8-F32C-5BCD-9BF1D915B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788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064CAB1-9A0E-CBB5-F09B-0B6445FF5B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9AC4F46-DFEB-B935-42EE-41A0C304F4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4405B5-5BA6-EF67-9023-34267861D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D89B-229C-5345-8340-17EE0F917903}" type="datetimeFigureOut">
              <a:rPr lang="de-DE" smtClean="0"/>
              <a:t>19.04.24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F5305B-B1DC-3982-0E32-D511313C3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5A37AA-5673-438C-E8A5-82C3FA69F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9860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4919F0B-4672-6A26-1346-2343C398F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E367DAD-6FCE-2D0C-3DDB-BE622C5FD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460BC2-1DE0-872D-B2FC-F2281C6739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68D89B-229C-5345-8340-17EE0F917903}" type="datetimeFigureOut">
              <a:rPr lang="de-DE" smtClean="0"/>
              <a:t>19.04.24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DE970A4-6625-23A0-2DBC-AEE8FB29D0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D9137E-8915-9020-D9D9-FB0DA11A9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7987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7B07D591-EE20-4D4F-427D-95408FAB1CC1}"/>
              </a:ext>
            </a:extLst>
          </p:cNvPr>
          <p:cNvCxnSpPr/>
          <p:nvPr/>
        </p:nvCxnSpPr>
        <p:spPr>
          <a:xfrm flipV="1">
            <a:off x="6096000" y="1629000"/>
            <a:ext cx="0" cy="180000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7512481D-E7E6-60B5-34BA-48F1E34BD048}"/>
              </a:ext>
            </a:extLst>
          </p:cNvPr>
          <p:cNvCxnSpPr>
            <a:cxnSpLocks/>
          </p:cNvCxnSpPr>
          <p:nvPr/>
        </p:nvCxnSpPr>
        <p:spPr>
          <a:xfrm rot="13500000" flipV="1">
            <a:off x="5646703" y="3242896"/>
            <a:ext cx="0" cy="127080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A2B2C7FE-6321-63B4-8A26-9B34B8B1BFAA}"/>
                  </a:ext>
                </a:extLst>
              </p:cNvPr>
              <p:cNvSpPr txBox="1"/>
              <p:nvPr/>
            </p:nvSpPr>
            <p:spPr>
              <a:xfrm>
                <a:off x="7896000" y="3244334"/>
                <a:ext cx="3649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A2B2C7FE-6321-63B4-8A26-9B34B8B1B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6000" y="3244334"/>
                <a:ext cx="364972" cy="369332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077A6C6B-EA07-6D68-6ACA-A19DFB18B436}"/>
                  </a:ext>
                </a:extLst>
              </p:cNvPr>
              <p:cNvSpPr txBox="1"/>
              <p:nvPr/>
            </p:nvSpPr>
            <p:spPr>
              <a:xfrm>
                <a:off x="5918822" y="1322393"/>
                <a:ext cx="3473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dirty="0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077A6C6B-EA07-6D68-6ACA-A19DFB18B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8822" y="1322393"/>
                <a:ext cx="34733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AE8B1248-B17E-D748-1DDF-936BBF59D39B}"/>
                  </a:ext>
                </a:extLst>
              </p:cNvPr>
              <p:cNvSpPr txBox="1"/>
              <p:nvPr/>
            </p:nvSpPr>
            <p:spPr>
              <a:xfrm>
                <a:off x="5013391" y="4234525"/>
                <a:ext cx="3615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AE8B1248-B17E-D748-1DDF-936BBF59D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391" y="4234525"/>
                <a:ext cx="36157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3BC83984-83A6-7157-0C7E-86F3873EAED5}"/>
                  </a:ext>
                </a:extLst>
              </p:cNvPr>
              <p:cNvSpPr txBox="1"/>
              <p:nvPr/>
            </p:nvSpPr>
            <p:spPr>
              <a:xfrm>
                <a:off x="6095198" y="3059668"/>
                <a:ext cx="3792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3BC83984-83A6-7157-0C7E-86F3873EA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198" y="3059668"/>
                <a:ext cx="37927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F165D2F2-B928-39FE-1E73-A2BCB8843EC6}"/>
              </a:ext>
            </a:extLst>
          </p:cNvPr>
          <p:cNvCxnSpPr>
            <a:cxnSpLocks/>
          </p:cNvCxnSpPr>
          <p:nvPr/>
        </p:nvCxnSpPr>
        <p:spPr>
          <a:xfrm rot="16200000" flipV="1">
            <a:off x="5195198" y="2528999"/>
            <a:ext cx="0" cy="1800000"/>
          </a:xfrm>
          <a:prstGeom prst="straightConnector1">
            <a:avLst/>
          </a:prstGeom>
          <a:ln w="44450">
            <a:solidFill>
              <a:srgbClr val="92D050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7FDEBDDB-BE5E-7080-4DD0-460F2A1EA159}"/>
              </a:ext>
            </a:extLst>
          </p:cNvPr>
          <p:cNvCxnSpPr>
            <a:cxnSpLocks/>
          </p:cNvCxnSpPr>
          <p:nvPr/>
        </p:nvCxnSpPr>
        <p:spPr>
          <a:xfrm flipV="1">
            <a:off x="6092492" y="1628999"/>
            <a:ext cx="0" cy="1800000"/>
          </a:xfrm>
          <a:prstGeom prst="straightConnector1">
            <a:avLst/>
          </a:prstGeom>
          <a:ln w="44450">
            <a:solidFill>
              <a:srgbClr val="92D050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FE36D39A-984E-B67C-EB08-E0B8CE30A8A0}"/>
              </a:ext>
            </a:extLst>
          </p:cNvPr>
          <p:cNvCxnSpPr>
            <a:cxnSpLocks/>
          </p:cNvCxnSpPr>
          <p:nvPr/>
        </p:nvCxnSpPr>
        <p:spPr>
          <a:xfrm rot="13500000" flipV="1">
            <a:off x="5644550" y="3242897"/>
            <a:ext cx="0" cy="1270800"/>
          </a:xfrm>
          <a:prstGeom prst="straightConnector1">
            <a:avLst/>
          </a:prstGeom>
          <a:ln w="44450">
            <a:solidFill>
              <a:srgbClr val="92D050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E2FEF50-0246-D534-F1AF-C57F13A3AC6A}"/>
              </a:ext>
            </a:extLst>
          </p:cNvPr>
          <p:cNvCxnSpPr>
            <a:cxnSpLocks/>
          </p:cNvCxnSpPr>
          <p:nvPr/>
        </p:nvCxnSpPr>
        <p:spPr>
          <a:xfrm rot="5400000" flipV="1">
            <a:off x="6996000" y="2529000"/>
            <a:ext cx="0" cy="180000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719F8D44-53E4-1BD0-89F6-BC58095ED29C}"/>
                  </a:ext>
                </a:extLst>
              </p:cNvPr>
              <p:cNvSpPr txBox="1"/>
              <p:nvPr/>
            </p:nvSpPr>
            <p:spPr>
              <a:xfrm>
                <a:off x="5918822" y="1078515"/>
                <a:ext cx="3649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dirty="0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de-DE" dirty="0">
                  <a:solidFill>
                    <a:srgbClr val="92D050"/>
                  </a:solidFill>
                </a:endParaRPr>
              </a:p>
            </p:txBody>
          </p:sp>
        </mc:Choice>
        <mc:Fallback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719F8D44-53E4-1BD0-89F6-BC58095ED2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8822" y="1078515"/>
                <a:ext cx="364972" cy="369332"/>
              </a:xfrm>
              <a:prstGeom prst="rect">
                <a:avLst/>
              </a:prstGeom>
              <a:blipFill>
                <a:blip r:embed="rId6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FDA83987-D373-5244-F889-FA332F34EB18}"/>
                  </a:ext>
                </a:extLst>
              </p:cNvPr>
              <p:cNvSpPr txBox="1"/>
              <p:nvPr/>
            </p:nvSpPr>
            <p:spPr>
              <a:xfrm>
                <a:off x="4022021" y="3244333"/>
                <a:ext cx="3473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dirty="0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de-DE" dirty="0">
                  <a:solidFill>
                    <a:srgbClr val="92D050"/>
                  </a:solidFill>
                </a:endParaRPr>
              </a:p>
            </p:txBody>
          </p:sp>
        </mc:Choice>
        <mc:Fallback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FDA83987-D373-5244-F889-FA332F34E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021" y="3244333"/>
                <a:ext cx="34733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2F236201-9374-9AFF-4ACD-3ED461F46BFC}"/>
                  </a:ext>
                </a:extLst>
              </p:cNvPr>
              <p:cNvSpPr txBox="1"/>
              <p:nvPr/>
            </p:nvSpPr>
            <p:spPr>
              <a:xfrm>
                <a:off x="5013391" y="4429131"/>
                <a:ext cx="3615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dirty="0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de-DE" dirty="0">
                  <a:solidFill>
                    <a:srgbClr val="92D050"/>
                  </a:solidFill>
                </a:endParaRPr>
              </a:p>
            </p:txBody>
          </p:sp>
        </mc:Choice>
        <mc:Fallback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2F236201-9374-9AFF-4ACD-3ED461F46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391" y="4429131"/>
                <a:ext cx="36157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915A11DB-8EA4-583F-C14E-76B01749D597}"/>
                  </a:ext>
                </a:extLst>
              </p:cNvPr>
              <p:cNvSpPr txBox="1"/>
              <p:nvPr/>
            </p:nvSpPr>
            <p:spPr>
              <a:xfrm>
                <a:off x="5723993" y="3059667"/>
                <a:ext cx="3896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dirty="0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de-DE" dirty="0">
                  <a:solidFill>
                    <a:srgbClr val="92D050"/>
                  </a:solidFill>
                </a:endParaRPr>
              </a:p>
            </p:txBody>
          </p:sp>
        </mc:Choice>
        <mc:Fallback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915A11DB-8EA4-583F-C14E-76B01749D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3993" y="3059667"/>
                <a:ext cx="38965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1822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Macintosh PowerPoint</Application>
  <PresentationFormat>Breitbild</PresentationFormat>
  <Paragraphs>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Florian Drescher</dc:creator>
  <cp:lastModifiedBy>Florian Drescher</cp:lastModifiedBy>
  <cp:revision>4</cp:revision>
  <dcterms:created xsi:type="dcterms:W3CDTF">2024-04-17T10:32:23Z</dcterms:created>
  <dcterms:modified xsi:type="dcterms:W3CDTF">2024-04-19T09:32:33Z</dcterms:modified>
</cp:coreProperties>
</file>